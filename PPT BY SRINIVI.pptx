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530C-9D6D-C7FA-8BD6-28D4968F4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86BF2-C8C9-5006-C891-7DB212961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4741E-4225-723A-9152-777A6B66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827BF-C7B6-5652-821D-B859B537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8316C-0416-F882-655B-D4B039ED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8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79C8-0424-5032-B19B-79F247B1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96BF8-803B-864D-030A-A5996144F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C59B4-D022-7A9C-B447-BE8728E9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D207A-0982-934A-C786-EDBF7667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8532F-FBBF-CD8D-F778-4582BB3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757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9035-C604-2BE5-F6D2-B027C06C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1A3D4-D94B-372E-E9FC-94AC96517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D1F6C-BC2C-3928-B8AA-FDD185770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E2561-8B82-D4A0-0634-E44E237B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3D704-7583-7CC4-8398-0CD53284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95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28B6-AD00-1D54-F570-8216B425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8C61-719E-2F3E-36D0-36B133A9E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8F28D-7026-D85A-2AF2-56CD68EAF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E1883-8750-ABF3-416E-4D42DBB7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81940-C9FF-C9CE-374D-A63DDE77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1A8FA-299D-CD43-1AB7-5EFE6D98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294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BD7D-AE50-BE54-817A-042756DC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BE5F2-4DDC-F6F4-ED68-B0F5DB6FE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2597-AF75-4E33-5404-5276C891F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C6085-C1F9-0DAA-D78E-114175A4D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48988-4C42-9AF3-5BC3-1F60D4959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B1BC0-9EEF-FAA2-782D-3AD42177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F554BC-C61F-5885-F5A6-753EA64E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11EEC-1936-CBA8-2DE2-72060C7F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76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AB45-E7A3-8BDC-3EB8-D6A4EA41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B0C88-77F9-72AF-BDF6-E040C49C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35519-515A-6C45-1AB1-F5AE2FE3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4A04D-F58E-5548-5AEC-25FDE203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44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497AD-85F2-4A10-08CA-EE7D781E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53093-2D48-8DE1-C2BA-02986B4F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56869-2370-EFA6-02D4-62B248FC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63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BE2C-DF42-F145-F58E-2B477F2D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287A9-99FE-76DD-D351-12770DD0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27BA4-6B64-4A8B-63DF-F99988F36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65C9-CB8F-9FB4-18FC-5E3F291A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AD588-21CD-D0D3-D80B-0C07C1BB9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7D08D-579A-0561-5E84-AA181EF7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77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1CA4-AB86-E652-D310-2BBFF3984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C8697-2C60-4579-9C0B-410129FB7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1E46C-B7C4-69BC-0202-77B4E4B40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C5DDE-7C69-C766-51E3-AEDBA347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77832-73DE-8A2C-A182-A7602113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B95E3-3D45-69D1-AB7B-7053C18B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9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501A-665B-045B-D2CC-A6F68BE5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0BE8F-CD43-B632-4984-699589DA5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7C39A-5270-BDF0-B9EA-D3FE8AD3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280A4-ECE6-9882-4062-745822D8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E821-DBA7-ADC0-EC4A-EDC78320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09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CB74B6-CB0F-439C-1800-0F9711AFC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8E28B-46BE-3514-A648-252AE41EB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A5C85-66C0-CB61-1E46-9BCD7EA4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B3C1B-EEAD-E375-8B8E-D4A63B31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6EA3A-05E8-DE66-035D-DC60B1AB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20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C3435-BD16-D696-D133-0029B34D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15AAA-4916-380B-FE96-5741E2414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652A7-7746-089F-CB67-B3B50518E5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8C62E-959A-4D87-8E63-23A99AB3A55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26E4C-EA69-986A-41C6-96934B9F2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BBB2C-6E2E-D42A-BCDB-8AAF0D5CE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95998-51BA-48DA-B4A6-894F0E596D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70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FECB-8C40-E43D-5FCF-7176196B3F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PPT BY SRINIVI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780EE-9D6E-4CFB-9D2F-F9DA4F1042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35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PPT BY SRINIVI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SRINIVI VIJAYAKUMAR</dc:creator>
  <cp:lastModifiedBy>SRINIVI VIJAYAKUMAR</cp:lastModifiedBy>
  <cp:revision>1</cp:revision>
  <dcterms:created xsi:type="dcterms:W3CDTF">2025-11-20T06:25:42Z</dcterms:created>
  <dcterms:modified xsi:type="dcterms:W3CDTF">2025-11-20T06:25:42Z</dcterms:modified>
</cp:coreProperties>
</file>